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7559675" cx="10080625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371600" y="763587"/>
            <a:ext cx="5027612" cy="377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777875" y="4776787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3" type="hdr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0" type="dt"/>
          </p:nvPr>
        </p:nvSpPr>
        <p:spPr>
          <a:xfrm>
            <a:off x="4398962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" name="Google Shape;84;p9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0" name="Google Shape;90;p10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:notes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11:notes"/>
          <p:cNvSpPr txBox="1"/>
          <p:nvPr>
            <p:ph idx="1" type="body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>
            <a:lvl1pPr indent="-228600" lvl="0" marL="45720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3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4294967295" type="title"/>
          </p:nvPr>
        </p:nvSpPr>
        <p:spPr>
          <a:xfrm>
            <a:off x="503237" y="301625"/>
            <a:ext cx="9070975" cy="244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Mirth Connect </a:t>
            </a:r>
            <a:r>
              <a:rPr lang="en-US"/>
              <a:t>Overview - </a:t>
            </a:r>
            <a:r>
              <a:rPr b="1" i="0" lang="en-US" sz="4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From Beginner to Advanced</a:t>
            </a:r>
            <a:endParaRPr/>
          </a:p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503225" y="2450777"/>
            <a:ext cx="9071100" cy="43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8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Mirth Connect: A Powerful Healthcare Integration Engine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What is Mirth Connect?</a:t>
            </a:r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 integration engine for healthcare data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Facilitates communication between different healthcare systems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multiple formats: HL7, XML, JSON, and flat files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message transformation, filtering, and routing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Core Components of Mirth Connect</a:t>
            </a:r>
            <a:endParaRPr/>
          </a:p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Channels: Flow of messages between systems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Connectors: Link source and destination systems (e.g., database, HTTP, file)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Filters: Logic to process or reject messages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Transformers: Modify message content based on requirements</a:t>
            </a:r>
            <a:endParaRPr/>
          </a:p>
          <a:p>
            <a:pPr indent="-342900" lvl="0" marL="3429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Real-World Use Cases</a:t>
            </a:r>
            <a:endParaRPr/>
          </a:p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 Integration: Integration of Electronic Health Records (EHR) with lab systems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 System Integration: Sending billing information and claims data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 Interoperability: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HL7 messaging to exchange clinical data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FHIR for modern health data exchange protocols.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Creating Channels in Mirth Connect</a:t>
            </a:r>
            <a:endParaRPr/>
          </a:p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00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 Mirth Connect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New Channel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source and destination connectors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the message types (HL7, XML, JSON, etc.)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Configure Message Routing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message filters and transformations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and Test the Channel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and deploy the channel to start processing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Monitoring and Error Handling</a:t>
            </a:r>
            <a:endParaRPr/>
          </a:p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messages in real-time using the Mirth Connect dashboard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Handling: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logging for debugging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up automated error alerts and retries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Monitoring: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message status and health in channels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the history and log files of messages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Message Transformation and Routing</a:t>
            </a:r>
            <a:endParaRPr/>
          </a:p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346075" y="173672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 Transformation: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JavaScript for custom transformations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XSLT for XML transformations</a:t>
            </a:r>
            <a:endParaRPr/>
          </a:p>
          <a:p>
            <a:pPr indent="-323850" lvl="0" marL="431800" marR="0" rtl="0" algn="just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Routing:</a:t>
            </a:r>
            <a:endParaRPr/>
          </a:p>
          <a:p>
            <a:pPr indent="-573087" lvl="1" marL="1727200" marR="0" rtl="0" algn="just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messages to specific destinations based on conditions defined in the channel (e.g., route by content or message type)</a:t>
            </a:r>
            <a:endParaRPr/>
          </a:p>
          <a:p>
            <a:pPr indent="-573087" lvl="1" marL="1727200" marR="0" rtl="0" algn="just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 messages for further processing or debugging as needed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How Mirth Connect Works</a:t>
            </a:r>
            <a:endParaRPr/>
          </a:p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503237" y="1768475"/>
            <a:ext cx="9070975" cy="5275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42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Mirth Connect uses channels to integrate systems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channel connects a source and a destination system with predefined connectors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 process messages based on conditions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 modify the content of the messages as required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440"/>
              <a:buFont typeface="Noto Sans Symbols"/>
              <a:buChar char="●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channel can have multiple connectors, transformers, and filters to manage message flows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Connectors in Mirth Connect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00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Connectors: Receive data from external systems (e.g., File Reader, HTTP Listener, HL7 Listener)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Destination Connectors: Send data to external systems (e.g., File Writer, Database Writer, HTTP Sender)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Connectors: Use JavaScript or create custom integrations to handle unique data sources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Advanced Features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87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Scripting: Use JavaScript for advanced customizations (e.g., custom routing, transformation)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Connectors: Integrate systems that do not have native connectors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 Support: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for REST, SOAP, database connectors, FTP, file transfers, etc.</a:t>
            </a:r>
            <a:endParaRPr/>
          </a:p>
          <a:p>
            <a:pPr indent="-573087" lvl="1" marL="1727200" marR="0" rtl="0" algn="l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00008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integration with different systems via advanced protocols and custom configurations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91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875">
            <a:noAutofit/>
          </a:bodyPr>
          <a:lstStyle/>
          <a:p>
            <a:pPr indent="-323850" lvl="0" marL="4318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Mirth Connect is a powerful tool for healthcare system integration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Flexible and customizable to fit a wide range of systems and data formats</a:t>
            </a:r>
            <a:endParaRPr/>
          </a:p>
          <a:p>
            <a:pPr indent="-323850" lvl="0" marL="4318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both simple and complex data flows for better healthcare interoperability</a:t>
            </a:r>
            <a:endParaRPr/>
          </a:p>
          <a:p>
            <a:pPr indent="-342900" lvl="0" marL="342900" marR="0" rtl="0" algn="l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7F1D7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